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EduPortal &amp; EduOS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The Offline-First Intelligent Classroom Ecosystem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Connectivity limits access to modern EdTech.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Disconnected systems for staff and students.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Lack of scalable AI tools in rural areas.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Our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Hybrid Edge Architecture: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Local "Class Stations" act as offline-first hubs.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Students access high-end AI tools over local intranet without the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Core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Next.js Frontends + Supabase Cloud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Edge nodes sync via store-and-forward.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Gemini AI powers local media factories.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Join the Future of EdTech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2026-05-05T14:03:15Z</dcterms:created>
  <dcterms:modified xsi:type="dcterms:W3CDTF">2026-05-05T14:03:15Z</dcterms:modified>
</cp:coreProperties>
</file>